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a starter trainer deck from ImpactMojo. Adapt freely for your own workshops.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each term. Stress that Learning is the point — data nobody uses is wasted.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confusion. A quick table on the board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a simple results chain live with a programme the group knows.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participants critique a weak indicator and improve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methods to the question type from the 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'Use' — the most skipped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group to name pitfalls they've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free templates this deck ships with, and the Practice Packs.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Thanks. Share the templates and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Introduction to MEL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Monitoring, Evaluation &amp; Learning — the practitioner essentials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ImpactMojo  ·  impactmojo.in  ·  Free trainer deck (CC BY-NC-ND 4.0)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What is MEL?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Monitoring — tracking what you do and deliver, continuously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Evaluation — judging whether it worked, and why, at points in time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Learning — turning evidence into better decisions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MEL exists to serve decisions, not to fill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Monitoring vs Evaluation vs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Monitoring: routine, internal, 'are we on track?'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Evaluation: periodic, often external, 'did it work &amp; why?'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Learning: reflection that changes what you do next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All three draw on the same Theory of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Start with a Theory of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Inputs → Activities → Outputs → Outcomes → Impact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Make assumptions explicit at each link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Indicators hang off the results chain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If you can't draw it, you can't measure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Indicators that work (SMART)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Specific, Measurable, Achievable, Relevant, Time-bound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Mix quantitative and qualitative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Always plan disaggregation (gender, caste, age)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Fewer, better indicators beat a long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Data collection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Surveys — breadth, comparability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Interviews &amp; FGDs — depth, the 'why'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Administrative / MIS data — cheap, continuous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Mixed methods triangulate; method follows 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The MEL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Plan → Collect → Analyse → Report → Use → Adapt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Build in reflection moments, not just reporting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Budget for analysis and use, not only collection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Close the loop: who acts on findings?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Common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Measuring activity, not change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Too many indicators, no time to use them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Collecting data nobody acts 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Ethics &amp; consent treated as an afterthought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Go further with ImpactMojo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MEL flagship course &amp; MEL Design Lab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Practice Packs: MEL from Scratch, Logframe, Survey, ToR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Free templates: Logframe, MEL Plan, Budget, ToR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75569"/>
                </a:solidFill>
                <a:latin typeface="Calibri"/>
              </a:rPr>
              <a:t>•  impactmojo.in/catalog · impactmojo.in/products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ImpactMojo · impactmojo.in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Calibri"/>
              </a:rPr>
              <a:t>impactmojo.in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